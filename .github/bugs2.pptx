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0" r:id="rId2"/>
    <p:sldId id="261" r:id="rId3"/>
    <p:sldId id="264" r:id="rId4"/>
    <p:sldId id="265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6" autoAdjust="0"/>
    <p:restoredTop sz="94660"/>
  </p:normalViewPr>
  <p:slideViewPr>
    <p:cSldViewPr snapToGrid="0">
      <p:cViewPr varScale="1">
        <p:scale>
          <a:sx n="59" d="100"/>
          <a:sy n="59" d="100"/>
        </p:scale>
        <p:origin x="964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045237-D19C-2F28-63BF-8DACE5F0A7D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140038B-0279-BB02-A7B6-D54235A79B7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1D01CFA-DF01-C2C7-D84E-6D6F3F3E70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9832D1-3422-4D39-A160-5A103A5BF329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B9763A8-0908-E3F6-9F39-AF821B4E27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DC74882-93DD-0178-A3D1-CA1808E788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34FD5B-5CBC-4519-963C-D865E3B81D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00530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4B054F-2FA5-5FFB-4032-47334A950F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D25ACC-7BAC-F4A1-478B-BE010C54F38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D21899-EA15-9873-559B-9292CFB202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9832D1-3422-4D39-A160-5A103A5BF329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5404593-499F-BFF8-E27B-C97FB1302D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4743893-622B-553D-0FD3-A4DF482D42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34FD5B-5CBC-4519-963C-D865E3B81D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24212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96E455-2A2C-C661-4E2F-FBB9A6A8CE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5B70F68-F61D-3BC8-1A36-8993DF00F63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57B1CF-F388-F1C4-CC09-F75BDEE6B7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9832D1-3422-4D39-A160-5A103A5BF329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1B4012A-F10C-3E95-16DA-FDD12FE46F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2742DB-A20B-DC83-B7CD-202B41D7DA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34FD5B-5CBC-4519-963C-D865E3B81D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81247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1D39D1-9849-F01E-A8B5-5476FFC089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5A59E3-1DBD-485E-4A10-041874CFB84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A484A19-CEEF-766A-54F3-4AE3A905EF3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D6A9676-0B7E-613E-586D-ED63789BD3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9832D1-3422-4D39-A160-5A103A5BF329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7CB5B3C-BC35-927F-6B76-95A54AA616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66EC77D-F8EF-703F-6AC6-63099198B2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34FD5B-5CBC-4519-963C-D865E3B81D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59572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093D0F-52FA-8E0E-AF6D-0B15CDADB3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89920D5-C486-04CF-B31C-23AA53CC8E8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0DE9E75-7D07-3D67-2685-FB79D0A4AEC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A31C6CB-B036-38F0-1F3D-FC49DF3A1D4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2B8EFD1-125D-5DC6-DCBB-89606291151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4AC6F8E-BB01-8C12-6858-F6A9FA59CA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9832D1-3422-4D39-A160-5A103A5BF329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C88DFAB-354F-2578-637D-53482B46D6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6AEE16A-E1E8-DED4-C5FE-85AF348870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34FD5B-5CBC-4519-963C-D865E3B81D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99310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687E90-FF4D-540F-4D77-B5B1D62349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0661D1B-5CD2-2EBF-C5FA-FBA20C47D1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9832D1-3422-4D39-A160-5A103A5BF329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5071FC4-F885-FB4E-12C0-6BFFC3576C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C238D5B-6EEB-2531-499A-E04F22CE70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34FD5B-5CBC-4519-963C-D865E3B81D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82264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3E1325E-9FE6-25F0-0DD4-0ED885A152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9832D1-3422-4D39-A160-5A103A5BF329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A10B23E-14B8-CE24-6EB1-369E89C824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A018672-0479-F892-3173-3776C34CE6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34FD5B-5CBC-4519-963C-D865E3B81D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49662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C7D882-44CC-30F1-FBC1-B24E7F13D0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DC14D5-302F-CD64-C68B-851E17FF92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F357B9C-2A0E-0639-7B4A-D8EB87C5D39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A23F6CE-6F53-6A57-0280-4F06546B74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9832D1-3422-4D39-A160-5A103A5BF329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6088933-94C4-B6F2-A152-5185FD2645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561374D-ADBA-480C-30AF-B4EA4CEA4B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34FD5B-5CBC-4519-963C-D865E3B81D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08993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40ED3C-2B63-9745-F992-70B49F2F14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9EFFFF2-2894-7432-3800-C70F68F437B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F251DB6-A4AD-2C90-3CDD-251F7258D9B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F4BB3FF-4A85-D0AB-08BB-B1762AAFDC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9832D1-3422-4D39-A160-5A103A5BF329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FFCE81C-2EFD-B709-4B3B-B013B670AE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676D91D-741B-C56C-2AD0-F75D3A06F7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34FD5B-5CBC-4519-963C-D865E3B81D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99339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D407BD-B2A5-54DD-D795-5FEE0EA263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E629238-C2AA-6390-F1EC-CCECD980229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154184-68FF-A1BA-8DB9-FBEAFA4E96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9832D1-3422-4D39-A160-5A103A5BF329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D3B054-7F48-C652-E6E0-7A7B1BBA80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29D89B-E0EC-0AF4-21DF-631152B2C9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34FD5B-5CBC-4519-963C-D865E3B81D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07593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2C990F0-EAC1-EFB0-8FD8-F601DDBCC4F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2EFE892-4B95-226A-9CAB-18DC6801CC4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2E4F2C-8C49-13EE-882E-AA1E318467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9832D1-3422-4D39-A160-5A103A5BF329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9368B3-9600-C669-8900-8270816F38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07CD03-D4A4-550E-42FF-1CE73B04C8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34FD5B-5CBC-4519-963C-D865E3B81D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93132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DE7B6B1-EA47-58BC-FC12-533EFC81D5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511C119-C87A-55CF-121E-863E218A009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EC6EFBD-4C45-3A5A-6DC7-E0879AA3540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B9832D1-3422-4D39-A160-5A103A5BF329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F10E3A5-E602-19A2-1F30-ECCFC74B11E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0AE6A6-9D1C-3539-F950-30B66C701B3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134FD5B-5CBC-4519-963C-D865E3B81D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73028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30314D-C9DE-3C39-3120-2F86549A67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A27CE27-1588-32E2-4847-65AD6CBFB3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3832" y="4785153"/>
            <a:ext cx="7056732" cy="1333616"/>
          </a:xfrm>
          <a:prstGeom prst="rect">
            <a:avLst/>
          </a:prstGeom>
        </p:spPr>
      </p:pic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1BA6C11E-80BF-8965-EC8C-456514BA10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06957" y="262615"/>
            <a:ext cx="7046843" cy="5914348"/>
          </a:xfrm>
        </p:spPr>
        <p:txBody>
          <a:bodyPr/>
          <a:lstStyle/>
          <a:p>
            <a:r>
              <a:rPr lang="en-150" dirty="0" err="1"/>
              <a:t>Dialogo</a:t>
            </a:r>
            <a:r>
              <a:rPr lang="en-150" dirty="0"/>
              <a:t> Main Window</a:t>
            </a:r>
          </a:p>
          <a:p>
            <a:endParaRPr lang="en-150" dirty="0"/>
          </a:p>
          <a:p>
            <a:r>
              <a:rPr lang="en-150" dirty="0"/>
              <a:t>1. </a:t>
            </a:r>
            <a:r>
              <a:rPr lang="en-150" dirty="0" err="1"/>
              <a:t>Spazio</a:t>
            </a:r>
            <a:r>
              <a:rPr lang="en-150" dirty="0"/>
              <a:t> inutile (</a:t>
            </a:r>
            <a:r>
              <a:rPr lang="en-150" dirty="0" err="1"/>
              <a:t>anche</a:t>
            </a:r>
            <a:r>
              <a:rPr lang="en-150" dirty="0"/>
              <a:t> sotto)</a:t>
            </a:r>
          </a:p>
          <a:p>
            <a:r>
              <a:rPr lang="en-150" dirty="0"/>
              <a:t>2. Bordo </a:t>
            </a:r>
            <a:r>
              <a:rPr lang="en-150" dirty="0" err="1"/>
              <a:t>squadrato</a:t>
            </a:r>
            <a:endParaRPr lang="en-150" dirty="0"/>
          </a:p>
          <a:p>
            <a:r>
              <a:rPr lang="en-150" dirty="0"/>
              <a:t>3. </a:t>
            </a:r>
            <a:r>
              <a:rPr lang="en-150" dirty="0" err="1"/>
              <a:t>Arrotonda</a:t>
            </a:r>
            <a:r>
              <a:rPr lang="en-150" dirty="0"/>
              <a:t> </a:t>
            </a:r>
            <a:r>
              <a:rPr lang="en-150" dirty="0" err="1"/>
              <a:t>questi</a:t>
            </a:r>
            <a:r>
              <a:rPr lang="en-150" dirty="0"/>
              <a:t> </a:t>
            </a:r>
            <a:r>
              <a:rPr lang="en-150" dirty="0" err="1"/>
              <a:t>bordi</a:t>
            </a:r>
            <a:r>
              <a:rPr lang="en-150" dirty="0"/>
              <a:t> o continua </a:t>
            </a:r>
            <a:r>
              <a:rPr lang="en-150" dirty="0" err="1"/>
              <a:t>virtualmente</a:t>
            </a:r>
            <a:r>
              <a:rPr lang="en-150" dirty="0"/>
              <a:t> il </a:t>
            </a:r>
            <a:r>
              <a:rPr lang="en-150" dirty="0" err="1"/>
              <a:t>bordo</a:t>
            </a:r>
            <a:r>
              <a:rPr lang="en-150" dirty="0"/>
              <a:t> </a:t>
            </a:r>
            <a:r>
              <a:rPr lang="en-150" dirty="0" err="1"/>
              <a:t>sul</a:t>
            </a:r>
            <a:r>
              <a:rPr lang="en-150" dirty="0"/>
              <a:t> lato del </a:t>
            </a:r>
            <a:r>
              <a:rPr lang="en-150" dirty="0" err="1"/>
              <a:t>pannello</a:t>
            </a:r>
            <a:r>
              <a:rPr lang="en-150" dirty="0"/>
              <a:t> e </a:t>
            </a:r>
            <a:r>
              <a:rPr lang="en-150" dirty="0" err="1"/>
              <a:t>allinea</a:t>
            </a:r>
            <a:r>
              <a:rPr lang="en-150" dirty="0"/>
              <a:t> </a:t>
            </a:r>
            <a:r>
              <a:rPr lang="en-150" dirty="0" err="1"/>
              <a:t>l’alteazza</a:t>
            </a:r>
            <a:r>
              <a:rPr lang="en-150" dirty="0"/>
              <a:t> al </a:t>
            </a:r>
            <a:r>
              <a:rPr lang="en-150" dirty="0" err="1"/>
              <a:t>pannello</a:t>
            </a:r>
            <a:r>
              <a:rPr lang="en-150" dirty="0"/>
              <a:t> del </a:t>
            </a:r>
            <a:r>
              <a:rPr lang="en-150" dirty="0" err="1"/>
              <a:t>grafico</a:t>
            </a:r>
            <a:endParaRPr lang="en-150" dirty="0"/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87B875C4-8447-159D-96E7-BF076E3EA9E7}"/>
              </a:ext>
            </a:extLst>
          </p:cNvPr>
          <p:cNvCxnSpPr/>
          <p:nvPr/>
        </p:nvCxnSpPr>
        <p:spPr>
          <a:xfrm flipH="1">
            <a:off x="7058902" y="4414092"/>
            <a:ext cx="609600" cy="37106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Oval 6">
            <a:extLst>
              <a:ext uri="{FF2B5EF4-FFF2-40B4-BE49-F238E27FC236}">
                <a16:creationId xmlns:a16="http://schemas.microsoft.com/office/drawing/2014/main" id="{68539062-CF9C-28A0-A657-7035398DB00E}"/>
              </a:ext>
            </a:extLst>
          </p:cNvPr>
          <p:cNvSpPr/>
          <p:nvPr/>
        </p:nvSpPr>
        <p:spPr>
          <a:xfrm>
            <a:off x="7593978" y="4146866"/>
            <a:ext cx="516367" cy="408791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150" dirty="0"/>
              <a:t>2</a:t>
            </a:r>
            <a:endParaRPr lang="en-US" dirty="0"/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45DFEA17-42E9-A3D5-8896-A4A0670F1C33}"/>
              </a:ext>
            </a:extLst>
          </p:cNvPr>
          <p:cNvCxnSpPr>
            <a:cxnSpLocks/>
          </p:cNvCxnSpPr>
          <p:nvPr/>
        </p:nvCxnSpPr>
        <p:spPr>
          <a:xfrm flipH="1">
            <a:off x="2611175" y="4789789"/>
            <a:ext cx="744305" cy="13716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Oval 9">
            <a:extLst>
              <a:ext uri="{FF2B5EF4-FFF2-40B4-BE49-F238E27FC236}">
                <a16:creationId xmlns:a16="http://schemas.microsoft.com/office/drawing/2014/main" id="{55F8201B-1DCD-C97B-9300-DBA79866EB62}"/>
              </a:ext>
            </a:extLst>
          </p:cNvPr>
          <p:cNvSpPr/>
          <p:nvPr/>
        </p:nvSpPr>
        <p:spPr>
          <a:xfrm>
            <a:off x="3280956" y="4522563"/>
            <a:ext cx="516367" cy="408791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150" dirty="0"/>
              <a:t>1</a:t>
            </a:r>
            <a:endParaRPr lang="en-US" dirty="0"/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8139B169-7110-23D6-972C-6CCCF219D4EB}"/>
              </a:ext>
            </a:extLst>
          </p:cNvPr>
          <p:cNvCxnSpPr>
            <a:cxnSpLocks/>
            <a:stCxn id="11" idx="5"/>
          </p:cNvCxnSpPr>
          <p:nvPr/>
        </p:nvCxnSpPr>
        <p:spPr>
          <a:xfrm>
            <a:off x="1759771" y="4462697"/>
            <a:ext cx="467062" cy="32245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Oval 10">
            <a:extLst>
              <a:ext uri="{FF2B5EF4-FFF2-40B4-BE49-F238E27FC236}">
                <a16:creationId xmlns:a16="http://schemas.microsoft.com/office/drawing/2014/main" id="{E2933B28-F4D5-BB4C-99F9-BECC42E8BC02}"/>
              </a:ext>
            </a:extLst>
          </p:cNvPr>
          <p:cNvSpPr/>
          <p:nvPr/>
        </p:nvSpPr>
        <p:spPr>
          <a:xfrm>
            <a:off x="1319024" y="4113772"/>
            <a:ext cx="516367" cy="408791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150" dirty="0"/>
              <a:t>3</a:t>
            </a:r>
            <a:endParaRPr lang="en-US" dirty="0"/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E9470774-BA9A-16A0-09F1-3EAE45F2B470}"/>
              </a:ext>
            </a:extLst>
          </p:cNvPr>
          <p:cNvCxnSpPr>
            <a:cxnSpLocks/>
          </p:cNvCxnSpPr>
          <p:nvPr/>
        </p:nvCxnSpPr>
        <p:spPr>
          <a:xfrm flipV="1">
            <a:off x="2226833" y="4773904"/>
            <a:ext cx="4507454" cy="11249"/>
          </a:xfrm>
          <a:prstGeom prst="line">
            <a:avLst/>
          </a:prstGeom>
          <a:ln>
            <a:solidFill>
              <a:schemeClr val="bg2"/>
            </a:solidFill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C54057F4-E89F-94D6-8A42-1C76312BA5A7}"/>
              </a:ext>
            </a:extLst>
          </p:cNvPr>
          <p:cNvCxnSpPr>
            <a:cxnSpLocks/>
          </p:cNvCxnSpPr>
          <p:nvPr/>
        </p:nvCxnSpPr>
        <p:spPr>
          <a:xfrm flipV="1">
            <a:off x="6906410" y="4926955"/>
            <a:ext cx="0" cy="1359467"/>
          </a:xfrm>
          <a:prstGeom prst="line">
            <a:avLst/>
          </a:prstGeom>
          <a:ln>
            <a:solidFill>
              <a:schemeClr val="bg2"/>
            </a:solidFill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4" name="Arc 23">
            <a:extLst>
              <a:ext uri="{FF2B5EF4-FFF2-40B4-BE49-F238E27FC236}">
                <a16:creationId xmlns:a16="http://schemas.microsoft.com/office/drawing/2014/main" id="{67533B6F-78B6-15E4-D234-544C240C4EEA}"/>
              </a:ext>
            </a:extLst>
          </p:cNvPr>
          <p:cNvSpPr/>
          <p:nvPr/>
        </p:nvSpPr>
        <p:spPr>
          <a:xfrm>
            <a:off x="6617059" y="4773904"/>
            <a:ext cx="289347" cy="371061"/>
          </a:xfrm>
          <a:prstGeom prst="arc">
            <a:avLst/>
          </a:prstGeom>
          <a:ln>
            <a:solidFill>
              <a:schemeClr val="bg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63149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84FBCF-A255-6956-C868-91A93C4E0B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C52BA73A-46E3-06D2-B631-9AB5016565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31235" y="662609"/>
            <a:ext cx="9922565" cy="5514354"/>
          </a:xfrm>
        </p:spPr>
        <p:txBody>
          <a:bodyPr/>
          <a:lstStyle/>
          <a:p>
            <a:r>
              <a:rPr lang="en-150" dirty="0" err="1"/>
              <a:t>Pannello</a:t>
            </a:r>
            <a:r>
              <a:rPr lang="en-150" dirty="0"/>
              <a:t>: Crea </a:t>
            </a:r>
            <a:r>
              <a:rPr lang="en-150" dirty="0" err="1"/>
              <a:t>nuova</a:t>
            </a:r>
            <a:r>
              <a:rPr lang="en-150" dirty="0"/>
              <a:t> </a:t>
            </a:r>
            <a:r>
              <a:rPr lang="en-150" dirty="0" err="1"/>
              <a:t>tabella</a:t>
            </a:r>
            <a:endParaRPr lang="en-150" dirty="0"/>
          </a:p>
          <a:p>
            <a:r>
              <a:rPr lang="en-150" dirty="0"/>
              <a:t>Sposta “Transpose” sotto “Import from clipboard”</a:t>
            </a:r>
          </a:p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060EC45-BAAF-3BD1-60A5-D083856EF9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6013" y="2107443"/>
            <a:ext cx="3149762" cy="37593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62043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8C4B9B-A146-F03B-F5A4-F9B1EC5932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07D13109-F347-0CB6-907D-48A1B43D03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1119" y="2850807"/>
            <a:ext cx="5092962" cy="2140060"/>
          </a:xfrm>
          <a:prstGeom prst="rect">
            <a:avLst/>
          </a:prstGeom>
        </p:spPr>
      </p:pic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A3C034E2-586E-E5D3-E06D-B178ABBA5A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0318" y="334600"/>
            <a:ext cx="3878079" cy="5514354"/>
          </a:xfrm>
        </p:spPr>
        <p:txBody>
          <a:bodyPr>
            <a:normAutofit/>
          </a:bodyPr>
          <a:lstStyle/>
          <a:p>
            <a:r>
              <a:rPr lang="en-150" dirty="0"/>
              <a:t>Finestra Partition, Distribution... (</a:t>
            </a:r>
            <a:r>
              <a:rPr lang="en-150" dirty="0" err="1"/>
              <a:t>classe</a:t>
            </a:r>
            <a:r>
              <a:rPr lang="en-150" dirty="0"/>
              <a:t> base!)</a:t>
            </a:r>
          </a:p>
          <a:p>
            <a:endParaRPr lang="en-150" dirty="0"/>
          </a:p>
          <a:p>
            <a:r>
              <a:rPr lang="en-150" dirty="0"/>
              <a:t>1. Splitter </a:t>
            </a:r>
            <a:r>
              <a:rPr lang="en-150" dirty="0" err="1"/>
              <a:t>bianco</a:t>
            </a:r>
            <a:endParaRPr lang="en-US" dirty="0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302D7E66-02DF-FEDC-BC35-8DC683A137EC}"/>
              </a:ext>
            </a:extLst>
          </p:cNvPr>
          <p:cNvSpPr/>
          <p:nvPr/>
        </p:nvSpPr>
        <p:spPr>
          <a:xfrm>
            <a:off x="8624357" y="1381300"/>
            <a:ext cx="516367" cy="408791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150" dirty="0"/>
              <a:t>1</a:t>
            </a:r>
            <a:endParaRPr lang="en-US" dirty="0"/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3A18D1A8-DE01-C5BC-4E29-0BF907357C9C}"/>
              </a:ext>
            </a:extLst>
          </p:cNvPr>
          <p:cNvCxnSpPr>
            <a:cxnSpLocks/>
            <a:stCxn id="17" idx="0"/>
          </p:cNvCxnSpPr>
          <p:nvPr/>
        </p:nvCxnSpPr>
        <p:spPr>
          <a:xfrm flipH="1">
            <a:off x="7675418" y="1381300"/>
            <a:ext cx="1207123" cy="155586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2376124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09185B5A-0A60-D3E6-CE57-F85890A3B9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70308" y="1377901"/>
            <a:ext cx="5952128" cy="3488014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86B06649-61EE-BC34-E98C-01117D9AB584}"/>
              </a:ext>
            </a:extLst>
          </p:cNvPr>
          <p:cNvSpPr txBox="1"/>
          <p:nvPr/>
        </p:nvSpPr>
        <p:spPr>
          <a:xfrm>
            <a:off x="250372" y="97222"/>
            <a:ext cx="6096000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150" sz="2800" dirty="0"/>
              <a:t>Finestra Fit C</a:t>
            </a:r>
            <a:r>
              <a:rPr lang="en-US" sz="2800" dirty="0"/>
              <a:t>u</a:t>
            </a:r>
            <a:r>
              <a:rPr lang="en-150" sz="2800" dirty="0" err="1"/>
              <a:t>rve</a:t>
            </a:r>
            <a:endParaRPr lang="en-150" sz="2800" dirty="0"/>
          </a:p>
          <a:p>
            <a:endParaRPr lang="en-150" sz="2800" dirty="0"/>
          </a:p>
          <a:p>
            <a:r>
              <a:rPr lang="en-150" sz="2800" dirty="0"/>
              <a:t>Flickering</a:t>
            </a:r>
          </a:p>
        </p:txBody>
      </p:sp>
    </p:spTree>
    <p:extLst>
      <p:ext uri="{BB962C8B-B14F-4D97-AF65-F5344CB8AC3E}">
        <p14:creationId xmlns:p14="http://schemas.microsoft.com/office/powerpoint/2010/main" val="185233650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c6232bf3-b674-4247-8d78-6d9b50ddd351}" enabled="1" method="Privileged" siteId="{863c9f6b-d187-4fe7-b017-840b982848aa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74</Words>
  <Application>Microsoft Office PowerPoint</Application>
  <PresentationFormat>Widescreen</PresentationFormat>
  <Paragraphs>17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Bellandi, Enrico</dc:creator>
  <cp:lastModifiedBy>Bellandi, Enrico</cp:lastModifiedBy>
  <cp:revision>3</cp:revision>
  <dcterms:created xsi:type="dcterms:W3CDTF">2026-10-16T10:15:22Z</dcterms:created>
  <dcterms:modified xsi:type="dcterms:W3CDTF">2026-10-20T08:46:35Z</dcterms:modified>
</cp:coreProperties>
</file>