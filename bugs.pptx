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5" d="100"/>
          <a:sy n="55" d="100"/>
        </p:scale>
        <p:origin x="67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5237-D19C-2F28-63BF-8DACE5F0A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0038B-0279-BB02-A7B6-D54235A79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01CFA-DF01-C2C7-D84E-6D6F3F3E7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763A8-0908-E3F6-9F39-AF821B4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4882-93DD-0178-A3D1-CA1808E7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5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B054F-2FA5-5FFB-4032-47334A95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5ACC-7BAC-F4A1-478B-BE010C54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1899-EA15-9873-559B-9292CFB2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04593-499F-BFF8-E27B-C97FB130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3893-622B-553D-0FD3-A4DF482D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2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E455-2A2C-C661-4E2F-FBB9A6A8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70F68-F61D-3BC8-1A36-8993DF00F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7B1CF-F388-F1C4-CC09-F75BDEE6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4012A-F10C-3E95-16DA-FDD12FE4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742DB-A20B-DC83-B7CD-202B41D7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2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39D1-9849-F01E-A8B5-5476FFC0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A59E3-1DBD-485E-4A10-041874CFB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84A19-CEEF-766A-54F3-4AE3A905E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A9676-0B7E-613E-586D-ED63789B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B5B3C-BC35-927F-6B76-95A54AA6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EC77D-F8EF-703F-6AC6-63099198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5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93D0F-52FA-8E0E-AF6D-0B15CDAD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920D5-C486-04CF-B31C-23AA53CC8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E9E75-7D07-3D67-2685-FB79D0A4A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1C6CB-B036-38F0-1F3D-FC49DF3A1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8EFD1-125D-5DC6-DCBB-896062911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C6F8E-BB01-8C12-6858-F6A9FA59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88DFAB-354F-2578-637D-53482B46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EE16A-E1E8-DED4-C5FE-85AF3488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3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7E90-FF4D-540F-4D77-B5B1D623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61D1B-5CD2-2EBF-C5FA-FBA20C47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71FC4-F885-FB4E-12C0-6BFFC3576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38D5B-6EEB-2531-499A-E04F22CE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2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1325E-9FE6-25F0-0DD4-0ED885A1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0B23E-14B8-CE24-6EB1-369E89C82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18672-0479-F892-3173-3776C34C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D882-44CC-30F1-FBC1-B24E7F13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14D5-302F-CD64-C68B-851E17FF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57B9C-2A0E-0639-7B4A-D8EB87C5D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3F6CE-6F53-6A57-0280-4F06546B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88933-94C4-B6F2-A152-5185FD26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1374D-ADBA-480C-30AF-B4EA4CEA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9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ED3C-2B63-9745-F992-70B49F2F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FFFF2-2894-7432-3800-C70F68F43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51DB6-A4AD-2C90-3CDD-251F7258D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BB3FF-4A85-D0AB-08BB-B1762AAF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CE81C-2EFD-B709-4B3B-B013B670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6D91D-741B-C56C-2AD0-F75D3A06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3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07BD-B2A5-54DD-D795-5FEE0EA2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29238-C2AA-6390-F1EC-CCECD9802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54184-68FF-A1BA-8DB9-FBEAFA4E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3B054-7F48-C652-E6E0-7A7B1BBA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9D89B-E0EC-0AF4-21DF-631152B2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990F0-EAC1-EFB0-8FD8-F601DDBCC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FE892-4B95-226A-9CAB-18DC6801C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E4F2C-8C49-13EE-882E-AA1E3184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368B3-9600-C669-8900-8270816F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7CD03-D4A4-550E-42FF-1CE73B04C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1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E7B6B1-EA47-58BC-FC12-533EFC81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C119-C87A-55CF-121E-863E218A0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6EFBD-4C45-3A5A-6DC7-E0879AA35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32D1-3422-4D39-A160-5A103A5BF32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0E3A5-E602-19A2-1F30-ECCFC74B1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AE6A6-9D1C-3539-F950-30B66C70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4FD5B-5CBC-4519-963C-D865E3B8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0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E784A1-6FDC-AB75-45CE-CD0759E9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58" y="849977"/>
            <a:ext cx="586791" cy="233954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7EA6A0-4930-FD2E-8A3B-85F3CA0F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235" y="662609"/>
            <a:ext cx="9922565" cy="5514354"/>
          </a:xfrm>
        </p:spPr>
        <p:txBody>
          <a:bodyPr/>
          <a:lstStyle/>
          <a:p>
            <a:r>
              <a:rPr lang="en-150" dirty="0" err="1"/>
              <a:t>Pannello</a:t>
            </a:r>
            <a:r>
              <a:rPr lang="en-150" dirty="0"/>
              <a:t>: File. Frame: APRI RECENTI. Lista file </a:t>
            </a:r>
            <a:r>
              <a:rPr lang="en-150" dirty="0" err="1"/>
              <a:t>recenti</a:t>
            </a:r>
            <a:r>
              <a:rPr lang="en-150" dirty="0"/>
              <a:t> </a:t>
            </a:r>
            <a:r>
              <a:rPr lang="en-150" dirty="0" err="1"/>
              <a:t>squadrata</a:t>
            </a:r>
            <a:r>
              <a:rPr lang="en-150" dirty="0"/>
              <a:t> sopra e rotonda </a:t>
            </a:r>
            <a:r>
              <a:rPr lang="en-150" dirty="0" err="1"/>
              <a:t>sottto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82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3D8E-E47C-247D-0A5A-DF693241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E43D88-537E-ADC0-E70D-F7831505F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57" y="262615"/>
            <a:ext cx="7046843" cy="5914348"/>
          </a:xfrm>
        </p:spPr>
        <p:txBody>
          <a:bodyPr/>
          <a:lstStyle/>
          <a:p>
            <a:r>
              <a:rPr lang="en-150" dirty="0" err="1"/>
              <a:t>Dialogo</a:t>
            </a:r>
            <a:r>
              <a:rPr lang="en-150" dirty="0"/>
              <a:t> Importa data</a:t>
            </a:r>
          </a:p>
          <a:p>
            <a:endParaRPr lang="en-150" dirty="0"/>
          </a:p>
          <a:p>
            <a:r>
              <a:rPr lang="en-150" dirty="0"/>
              <a:t>1. Titolo: Importa </a:t>
            </a:r>
            <a:r>
              <a:rPr lang="en-150" dirty="0" err="1"/>
              <a:t>Data:False</a:t>
            </a:r>
            <a:r>
              <a:rPr lang="en-150" dirty="0"/>
              <a:t>!</a:t>
            </a:r>
          </a:p>
          <a:p>
            <a:r>
              <a:rPr lang="en-150" dirty="0"/>
              <a:t>2. Background grigio</a:t>
            </a:r>
          </a:p>
          <a:p>
            <a:r>
              <a:rPr lang="en-150" dirty="0"/>
              <a:t>3. Sposta </a:t>
            </a:r>
            <a:r>
              <a:rPr lang="en-150" dirty="0" err="1"/>
              <a:t>nel</a:t>
            </a:r>
            <a:r>
              <a:rPr lang="en-150" dirty="0"/>
              <a:t> </a:t>
            </a:r>
            <a:r>
              <a:rPr lang="en-150" dirty="0" err="1"/>
              <a:t>pannello</a:t>
            </a:r>
            <a:r>
              <a:rPr lang="en-150" dirty="0"/>
              <a:t> Nuova </a:t>
            </a:r>
            <a:r>
              <a:rPr lang="en-150" dirty="0" err="1"/>
              <a:t>tabella</a:t>
            </a:r>
            <a:endParaRPr lang="en-150" dirty="0"/>
          </a:p>
          <a:p>
            <a:r>
              <a:rPr lang="en-150" dirty="0"/>
              <a:t>4. Frame </a:t>
            </a:r>
            <a:r>
              <a:rPr lang="en-150" dirty="0" err="1"/>
              <a:t>dentro</a:t>
            </a:r>
            <a:r>
              <a:rPr lang="en-150" dirty="0"/>
              <a:t> un frame</a:t>
            </a:r>
          </a:p>
          <a:p>
            <a:r>
              <a:rPr lang="en-150" dirty="0"/>
              <a:t>5. Sposta </a:t>
            </a:r>
            <a:r>
              <a:rPr lang="en-150" dirty="0" err="1"/>
              <a:t>nel</a:t>
            </a:r>
            <a:r>
              <a:rPr lang="en-150" dirty="0"/>
              <a:t> </a:t>
            </a:r>
            <a:r>
              <a:rPr lang="en-150" dirty="0" err="1"/>
              <a:t>pannello</a:t>
            </a:r>
            <a:r>
              <a:rPr lang="en-150" dirty="0"/>
              <a:t> Nuova </a:t>
            </a:r>
            <a:r>
              <a:rPr lang="en-150" dirty="0" err="1"/>
              <a:t>tabella</a:t>
            </a:r>
            <a:endParaRPr lang="en-150" dirty="0"/>
          </a:p>
          <a:p>
            <a:r>
              <a:rPr lang="en-150" dirty="0"/>
              <a:t>6. Tutti </a:t>
            </a:r>
            <a:r>
              <a:rPr lang="en-150" dirty="0" err="1"/>
              <a:t>i</a:t>
            </a:r>
            <a:r>
              <a:rPr lang="en-150" dirty="0"/>
              <a:t> checkbox: </a:t>
            </a:r>
            <a:r>
              <a:rPr lang="en-150" dirty="0" err="1"/>
              <a:t>nero</a:t>
            </a:r>
            <a:r>
              <a:rPr lang="en-150" dirty="0"/>
              <a:t> </a:t>
            </a:r>
            <a:r>
              <a:rPr lang="en-150" dirty="0" err="1"/>
              <a:t>su</a:t>
            </a:r>
            <a:r>
              <a:rPr lang="en-150" dirty="0"/>
              <a:t> </a:t>
            </a:r>
            <a:r>
              <a:rPr lang="en-150" dirty="0" err="1"/>
              <a:t>blu</a:t>
            </a:r>
            <a:r>
              <a:rPr lang="en-150" dirty="0"/>
              <a:t> non ha </a:t>
            </a:r>
            <a:r>
              <a:rPr lang="en-150" dirty="0" err="1"/>
              <a:t>contrasto</a:t>
            </a:r>
            <a:r>
              <a:rPr lang="en-150" dirty="0"/>
              <a:t>: </a:t>
            </a:r>
            <a:r>
              <a:rPr lang="en-150" dirty="0" err="1"/>
              <a:t>spunta</a:t>
            </a:r>
            <a:r>
              <a:rPr lang="en-150" dirty="0"/>
              <a:t> </a:t>
            </a:r>
            <a:r>
              <a:rPr lang="en-150" dirty="0" err="1"/>
              <a:t>bianca</a:t>
            </a:r>
            <a:r>
              <a:rPr lang="en-150" dirty="0"/>
              <a:t> o </a:t>
            </a:r>
            <a:r>
              <a:rPr lang="en-150" dirty="0" err="1"/>
              <a:t>meglio</a:t>
            </a:r>
            <a:r>
              <a:rPr lang="en-150" dirty="0"/>
              <a:t> </a:t>
            </a:r>
          </a:p>
          <a:p>
            <a:endParaRPr lang="en-150" dirty="0"/>
          </a:p>
          <a:p>
            <a:endParaRPr lang="en-150" dirty="0"/>
          </a:p>
          <a:p>
            <a:endParaRPr lang="en-1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0E8F3B-50E9-F453-89D0-5645CB1D5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271" y="262615"/>
            <a:ext cx="4305673" cy="633276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7F5921-EC1C-4569-9C3B-F01165FE5374}"/>
              </a:ext>
            </a:extLst>
          </p:cNvPr>
          <p:cNvCxnSpPr/>
          <p:nvPr/>
        </p:nvCxnSpPr>
        <p:spPr>
          <a:xfrm flipH="1">
            <a:off x="2186609" y="848139"/>
            <a:ext cx="609600" cy="371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A2B9EB6-023B-73F7-E4C3-A05F26797CA5}"/>
              </a:ext>
            </a:extLst>
          </p:cNvPr>
          <p:cNvSpPr/>
          <p:nvPr/>
        </p:nvSpPr>
        <p:spPr>
          <a:xfrm>
            <a:off x="2721685" y="580913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2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B0825B-A80E-21AF-2DD2-9A550C5CC318}"/>
              </a:ext>
            </a:extLst>
          </p:cNvPr>
          <p:cNvCxnSpPr>
            <a:cxnSpLocks/>
          </p:cNvCxnSpPr>
          <p:nvPr/>
        </p:nvCxnSpPr>
        <p:spPr>
          <a:xfrm flipH="1">
            <a:off x="1000461" y="253818"/>
            <a:ext cx="744305" cy="13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BBDFA7A-49FC-194B-D1CD-3E4043F28672}"/>
              </a:ext>
            </a:extLst>
          </p:cNvPr>
          <p:cNvSpPr/>
          <p:nvPr/>
        </p:nvSpPr>
        <p:spPr>
          <a:xfrm>
            <a:off x="1670242" y="-13408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855405-FBC6-9EFC-DFAF-02E00EB2DC65}"/>
              </a:ext>
            </a:extLst>
          </p:cNvPr>
          <p:cNvCxnSpPr>
            <a:cxnSpLocks/>
          </p:cNvCxnSpPr>
          <p:nvPr/>
        </p:nvCxnSpPr>
        <p:spPr>
          <a:xfrm flipH="1" flipV="1">
            <a:off x="1205355" y="1744315"/>
            <a:ext cx="956153" cy="4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C7B4353-B532-ADF9-D759-2B4C3DDD569D}"/>
              </a:ext>
            </a:extLst>
          </p:cNvPr>
          <p:cNvSpPr/>
          <p:nvPr/>
        </p:nvSpPr>
        <p:spPr>
          <a:xfrm>
            <a:off x="2161508" y="2067857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3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9EA4E6-83ED-17F5-53E8-27017FBBCC75}"/>
              </a:ext>
            </a:extLst>
          </p:cNvPr>
          <p:cNvCxnSpPr>
            <a:cxnSpLocks/>
          </p:cNvCxnSpPr>
          <p:nvPr/>
        </p:nvCxnSpPr>
        <p:spPr>
          <a:xfrm flipH="1" flipV="1">
            <a:off x="2313908" y="1724519"/>
            <a:ext cx="128078" cy="34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2CD902-5717-B10B-2D87-F9EADEAFD7F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797997" y="657743"/>
            <a:ext cx="639690" cy="137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343F6F7-BCB2-6772-849E-A21A626D8B95}"/>
              </a:ext>
            </a:extLst>
          </p:cNvPr>
          <p:cNvSpPr/>
          <p:nvPr/>
        </p:nvSpPr>
        <p:spPr>
          <a:xfrm>
            <a:off x="1437687" y="453347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4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F6D087-F466-D762-D15A-816EFCA8EFE9}"/>
              </a:ext>
            </a:extLst>
          </p:cNvPr>
          <p:cNvCxnSpPr>
            <a:cxnSpLocks/>
          </p:cNvCxnSpPr>
          <p:nvPr/>
        </p:nvCxnSpPr>
        <p:spPr>
          <a:xfrm flipH="1">
            <a:off x="601337" y="705339"/>
            <a:ext cx="829304" cy="513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344045C-12C0-FC45-2B19-BE643DE03347}"/>
              </a:ext>
            </a:extLst>
          </p:cNvPr>
          <p:cNvCxnSpPr>
            <a:cxnSpLocks/>
          </p:cNvCxnSpPr>
          <p:nvPr/>
        </p:nvCxnSpPr>
        <p:spPr>
          <a:xfrm flipH="1" flipV="1">
            <a:off x="249202" y="2211070"/>
            <a:ext cx="956153" cy="4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73DB1B3-48EF-518A-1616-DAE203E65E2B}"/>
              </a:ext>
            </a:extLst>
          </p:cNvPr>
          <p:cNvSpPr/>
          <p:nvPr/>
        </p:nvSpPr>
        <p:spPr>
          <a:xfrm>
            <a:off x="1205355" y="2534612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5</a:t>
            </a:r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22C8047-959D-2AFC-2B01-5F4F9F469631}"/>
              </a:ext>
            </a:extLst>
          </p:cNvPr>
          <p:cNvCxnSpPr>
            <a:cxnSpLocks/>
          </p:cNvCxnSpPr>
          <p:nvPr/>
        </p:nvCxnSpPr>
        <p:spPr>
          <a:xfrm flipH="1" flipV="1">
            <a:off x="688988" y="4236278"/>
            <a:ext cx="956153" cy="4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F7973CD-D912-9224-62B1-66C116D3DFFF}"/>
              </a:ext>
            </a:extLst>
          </p:cNvPr>
          <p:cNvSpPr/>
          <p:nvPr/>
        </p:nvSpPr>
        <p:spPr>
          <a:xfrm>
            <a:off x="1645141" y="4559820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6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3F7322-F424-7512-C3C0-191F5EDF8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378" y="4236278"/>
            <a:ext cx="472481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8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CB15-3AC9-E669-0C2F-E2B89430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7B63C5-6BF8-A1A6-8E34-0967EF115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" y="3265176"/>
            <a:ext cx="8588484" cy="310160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5C556E-FA30-7CF9-ABC7-574500006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57" y="262615"/>
            <a:ext cx="7046843" cy="5914348"/>
          </a:xfrm>
        </p:spPr>
        <p:txBody>
          <a:bodyPr/>
          <a:lstStyle/>
          <a:p>
            <a:r>
              <a:rPr lang="en-150" dirty="0" err="1"/>
              <a:t>Dialogo</a:t>
            </a:r>
            <a:r>
              <a:rPr lang="en-150" dirty="0"/>
              <a:t> Carica Demo</a:t>
            </a:r>
          </a:p>
          <a:p>
            <a:endParaRPr lang="en-150" dirty="0"/>
          </a:p>
          <a:p>
            <a:r>
              <a:rPr lang="en-150" dirty="0"/>
              <a:t>1. Icona </a:t>
            </a:r>
            <a:r>
              <a:rPr lang="en-150" dirty="0" err="1"/>
              <a:t>finestra</a:t>
            </a:r>
            <a:endParaRPr lang="en-150" dirty="0"/>
          </a:p>
          <a:p>
            <a:r>
              <a:rPr lang="en-150" dirty="0"/>
              <a:t>2. Metti un </a:t>
            </a:r>
            <a:r>
              <a:rPr lang="en-US" dirty="0"/>
              <a:t>T</a:t>
            </a:r>
            <a:r>
              <a:rPr lang="en-150" dirty="0" err="1"/>
              <a:t>itolo</a:t>
            </a:r>
            <a:r>
              <a:rPr lang="en-150" dirty="0"/>
              <a:t> al frame “</a:t>
            </a:r>
            <a:r>
              <a:rPr lang="en-150" dirty="0" err="1"/>
              <a:t>Anteprima</a:t>
            </a:r>
            <a:r>
              <a:rPr lang="en-150" dirty="0"/>
              <a:t>”</a:t>
            </a:r>
          </a:p>
          <a:p>
            <a:endParaRPr lang="en-150" dirty="0"/>
          </a:p>
          <a:p>
            <a:endParaRPr lang="en-15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D21DBF-4BC3-F783-4C18-23E37AA73CA5}"/>
              </a:ext>
            </a:extLst>
          </p:cNvPr>
          <p:cNvCxnSpPr/>
          <p:nvPr/>
        </p:nvCxnSpPr>
        <p:spPr>
          <a:xfrm flipH="1">
            <a:off x="4381481" y="3491830"/>
            <a:ext cx="609600" cy="371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70801F7-7B3E-2593-A800-06487F73DE06}"/>
              </a:ext>
            </a:extLst>
          </p:cNvPr>
          <p:cNvSpPr/>
          <p:nvPr/>
        </p:nvSpPr>
        <p:spPr>
          <a:xfrm>
            <a:off x="4916557" y="3224604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2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7E54A5-46F4-71DE-1C8D-67930A1798A5}"/>
              </a:ext>
            </a:extLst>
          </p:cNvPr>
          <p:cNvCxnSpPr>
            <a:cxnSpLocks/>
          </p:cNvCxnSpPr>
          <p:nvPr/>
        </p:nvCxnSpPr>
        <p:spPr>
          <a:xfrm flipH="1">
            <a:off x="760860" y="3304371"/>
            <a:ext cx="744305" cy="13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B58100C-4253-693E-D86E-F719C8B3BEF4}"/>
              </a:ext>
            </a:extLst>
          </p:cNvPr>
          <p:cNvSpPr/>
          <p:nvPr/>
        </p:nvSpPr>
        <p:spPr>
          <a:xfrm>
            <a:off x="1430641" y="3037145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314D-C9DE-3C39-3120-2F86549A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7CE27-1588-32E2-4847-65AD6CBFB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32" y="4785153"/>
            <a:ext cx="7056732" cy="133361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A6C11E-80BF-8965-EC8C-456514BA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957" y="262615"/>
            <a:ext cx="7046843" cy="5914348"/>
          </a:xfrm>
        </p:spPr>
        <p:txBody>
          <a:bodyPr/>
          <a:lstStyle/>
          <a:p>
            <a:r>
              <a:rPr lang="en-150" dirty="0" err="1"/>
              <a:t>Dialogo</a:t>
            </a:r>
            <a:r>
              <a:rPr lang="en-150" dirty="0"/>
              <a:t> Main Window</a:t>
            </a:r>
          </a:p>
          <a:p>
            <a:endParaRPr lang="en-150" dirty="0"/>
          </a:p>
          <a:p>
            <a:r>
              <a:rPr lang="en-150" dirty="0"/>
              <a:t>1. </a:t>
            </a:r>
            <a:r>
              <a:rPr lang="en-150" dirty="0" err="1"/>
              <a:t>Spazio</a:t>
            </a:r>
            <a:r>
              <a:rPr lang="en-150" dirty="0"/>
              <a:t> inutile (</a:t>
            </a:r>
            <a:r>
              <a:rPr lang="en-150" dirty="0" err="1"/>
              <a:t>anche</a:t>
            </a:r>
            <a:r>
              <a:rPr lang="en-150" dirty="0"/>
              <a:t> sotto)</a:t>
            </a:r>
          </a:p>
          <a:p>
            <a:r>
              <a:rPr lang="en-150" dirty="0"/>
              <a:t>2. Bordo </a:t>
            </a:r>
            <a:r>
              <a:rPr lang="en-150" dirty="0" err="1"/>
              <a:t>squadrato</a:t>
            </a:r>
            <a:endParaRPr lang="en-150" dirty="0"/>
          </a:p>
          <a:p>
            <a:r>
              <a:rPr lang="en-150" dirty="0"/>
              <a:t>3. </a:t>
            </a:r>
            <a:r>
              <a:rPr lang="en-150" dirty="0" err="1"/>
              <a:t>Arrotonda</a:t>
            </a:r>
            <a:r>
              <a:rPr lang="en-150" dirty="0"/>
              <a:t> </a:t>
            </a:r>
            <a:r>
              <a:rPr lang="en-150" dirty="0" err="1"/>
              <a:t>questi</a:t>
            </a:r>
            <a:r>
              <a:rPr lang="en-150" dirty="0"/>
              <a:t> </a:t>
            </a:r>
            <a:r>
              <a:rPr lang="en-150" dirty="0" err="1"/>
              <a:t>bordi</a:t>
            </a:r>
            <a:r>
              <a:rPr lang="en-150" dirty="0"/>
              <a:t> o continua </a:t>
            </a:r>
            <a:r>
              <a:rPr lang="en-150" dirty="0" err="1"/>
              <a:t>virtualmente</a:t>
            </a:r>
            <a:r>
              <a:rPr lang="en-150" dirty="0"/>
              <a:t> il </a:t>
            </a:r>
            <a:r>
              <a:rPr lang="en-150" dirty="0" err="1"/>
              <a:t>bordo</a:t>
            </a:r>
            <a:r>
              <a:rPr lang="en-150" dirty="0"/>
              <a:t> </a:t>
            </a:r>
            <a:r>
              <a:rPr lang="en-150" dirty="0" err="1"/>
              <a:t>sul</a:t>
            </a:r>
            <a:r>
              <a:rPr lang="en-150" dirty="0"/>
              <a:t> lato del </a:t>
            </a:r>
            <a:r>
              <a:rPr lang="en-150" dirty="0" err="1"/>
              <a:t>pannello</a:t>
            </a:r>
            <a:r>
              <a:rPr lang="en-150" dirty="0"/>
              <a:t> e </a:t>
            </a:r>
            <a:r>
              <a:rPr lang="en-150" dirty="0" err="1"/>
              <a:t>allinea</a:t>
            </a:r>
            <a:r>
              <a:rPr lang="en-150" dirty="0"/>
              <a:t> </a:t>
            </a:r>
            <a:r>
              <a:rPr lang="en-150" dirty="0" err="1"/>
              <a:t>l’alteazza</a:t>
            </a:r>
            <a:r>
              <a:rPr lang="en-150" dirty="0"/>
              <a:t> al </a:t>
            </a:r>
            <a:r>
              <a:rPr lang="en-150" dirty="0" err="1"/>
              <a:t>pannello</a:t>
            </a:r>
            <a:r>
              <a:rPr lang="en-150" dirty="0"/>
              <a:t> del </a:t>
            </a:r>
            <a:r>
              <a:rPr lang="en-150" dirty="0" err="1"/>
              <a:t>grafico</a:t>
            </a:r>
            <a:endParaRPr lang="en-150" dirty="0"/>
          </a:p>
          <a:p>
            <a:r>
              <a:rPr lang="en-150" dirty="0"/>
              <a:t>4. Area di </a:t>
            </a:r>
            <a:r>
              <a:rPr lang="en-US" dirty="0"/>
              <a:t>L</a:t>
            </a:r>
            <a:r>
              <a:rPr lang="en-150" dirty="0" err="1"/>
              <a:t>avoro</a:t>
            </a:r>
            <a:r>
              <a:rPr lang="en-150" dirty="0"/>
              <a:t>: non </a:t>
            </a:r>
            <a:r>
              <a:rPr lang="en-150" dirty="0" err="1"/>
              <a:t>rimane</a:t>
            </a:r>
            <a:r>
              <a:rPr lang="en-150" dirty="0"/>
              <a:t> </a:t>
            </a:r>
            <a:r>
              <a:rPr lang="en-150" dirty="0" err="1"/>
              <a:t>selezionata</a:t>
            </a:r>
            <a:endParaRPr lang="en-150" dirty="0"/>
          </a:p>
          <a:p>
            <a:endParaRPr lang="en-15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B875C4-8447-159D-96E7-BF076E3EA9E7}"/>
              </a:ext>
            </a:extLst>
          </p:cNvPr>
          <p:cNvCxnSpPr/>
          <p:nvPr/>
        </p:nvCxnSpPr>
        <p:spPr>
          <a:xfrm flipH="1">
            <a:off x="7058902" y="4414092"/>
            <a:ext cx="609600" cy="371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8539062-CF9C-28A0-A657-7035398DB00E}"/>
              </a:ext>
            </a:extLst>
          </p:cNvPr>
          <p:cNvSpPr/>
          <p:nvPr/>
        </p:nvSpPr>
        <p:spPr>
          <a:xfrm>
            <a:off x="7593978" y="4146866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2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DFEA17-42E9-A3D5-8896-A4A0670F1C33}"/>
              </a:ext>
            </a:extLst>
          </p:cNvPr>
          <p:cNvCxnSpPr>
            <a:cxnSpLocks/>
          </p:cNvCxnSpPr>
          <p:nvPr/>
        </p:nvCxnSpPr>
        <p:spPr>
          <a:xfrm flipH="1">
            <a:off x="2611175" y="4789789"/>
            <a:ext cx="744305" cy="13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5F8201B-1DCD-C97B-9300-DBA79866EB62}"/>
              </a:ext>
            </a:extLst>
          </p:cNvPr>
          <p:cNvSpPr/>
          <p:nvPr/>
        </p:nvSpPr>
        <p:spPr>
          <a:xfrm>
            <a:off x="3280956" y="4522563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39B169-7110-23D6-972C-6CCCF219D4EB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1759771" y="4462697"/>
            <a:ext cx="467062" cy="322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2933B28-F4D5-BB4C-99F9-BECC42E8BC02}"/>
              </a:ext>
            </a:extLst>
          </p:cNvPr>
          <p:cNvSpPr/>
          <p:nvPr/>
        </p:nvSpPr>
        <p:spPr>
          <a:xfrm>
            <a:off x="1319024" y="4113772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3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9470774-BA9A-16A0-09F1-3EAE45F2B470}"/>
              </a:ext>
            </a:extLst>
          </p:cNvPr>
          <p:cNvCxnSpPr>
            <a:cxnSpLocks/>
          </p:cNvCxnSpPr>
          <p:nvPr/>
        </p:nvCxnSpPr>
        <p:spPr>
          <a:xfrm flipV="1">
            <a:off x="2226833" y="4773904"/>
            <a:ext cx="4507454" cy="11249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4057F4-E89F-94D6-8A42-1C76312BA5A7}"/>
              </a:ext>
            </a:extLst>
          </p:cNvPr>
          <p:cNvCxnSpPr>
            <a:cxnSpLocks/>
          </p:cNvCxnSpPr>
          <p:nvPr/>
        </p:nvCxnSpPr>
        <p:spPr>
          <a:xfrm flipV="1">
            <a:off x="6906410" y="4926955"/>
            <a:ext cx="0" cy="1359467"/>
          </a:xfrm>
          <a:prstGeom prst="line">
            <a:avLst/>
          </a:prstGeom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67533B6F-78B6-15E4-D234-544C240C4EEA}"/>
              </a:ext>
            </a:extLst>
          </p:cNvPr>
          <p:cNvSpPr/>
          <p:nvPr/>
        </p:nvSpPr>
        <p:spPr>
          <a:xfrm>
            <a:off x="6617059" y="4773904"/>
            <a:ext cx="289347" cy="371061"/>
          </a:xfrm>
          <a:prstGeom prst="arc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1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FBCF-A255-6956-C868-91A93C4E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2BA73A-46E3-06D2-B631-9AB501656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235" y="662609"/>
            <a:ext cx="9922565" cy="5514354"/>
          </a:xfrm>
        </p:spPr>
        <p:txBody>
          <a:bodyPr/>
          <a:lstStyle/>
          <a:p>
            <a:r>
              <a:rPr lang="en-150" dirty="0" err="1"/>
              <a:t>Pannello</a:t>
            </a:r>
            <a:r>
              <a:rPr lang="en-150" dirty="0"/>
              <a:t>: Crea </a:t>
            </a:r>
            <a:r>
              <a:rPr lang="en-150" dirty="0" err="1"/>
              <a:t>nuova</a:t>
            </a:r>
            <a:r>
              <a:rPr lang="en-150" dirty="0"/>
              <a:t> </a:t>
            </a:r>
            <a:r>
              <a:rPr lang="en-150" dirty="0" err="1"/>
              <a:t>tabella</a:t>
            </a:r>
            <a:endParaRPr lang="en-150" dirty="0"/>
          </a:p>
          <a:p>
            <a:r>
              <a:rPr lang="en-150" dirty="0"/>
              <a:t>Manca </a:t>
            </a:r>
            <a:r>
              <a:rPr lang="en-150" dirty="0" err="1"/>
              <a:t>icona</a:t>
            </a:r>
            <a:r>
              <a:rPr lang="en-150" dirty="0"/>
              <a:t> in Crea </a:t>
            </a:r>
            <a:r>
              <a:rPr lang="en-150" dirty="0" err="1"/>
              <a:t>tabella</a:t>
            </a:r>
            <a:r>
              <a:rPr lang="en-150" dirty="0"/>
              <a:t> da query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D4FD4-E186-0AEF-E701-7FA485B1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421" y="2560244"/>
            <a:ext cx="3673158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0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9C65-20A1-01A9-15D0-135A3911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D41976-2F50-7B1A-1D3D-448A080E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235" y="662609"/>
            <a:ext cx="9922565" cy="5514354"/>
          </a:xfrm>
        </p:spPr>
        <p:txBody>
          <a:bodyPr/>
          <a:lstStyle/>
          <a:p>
            <a:r>
              <a:rPr lang="en-150" dirty="0" err="1"/>
              <a:t>Pannello</a:t>
            </a:r>
            <a:r>
              <a:rPr lang="en-150" dirty="0"/>
              <a:t>: </a:t>
            </a:r>
            <a:r>
              <a:rPr lang="en-150" dirty="0" err="1"/>
              <a:t>Proprietà</a:t>
            </a:r>
            <a:r>
              <a:rPr lang="en-150" dirty="0"/>
              <a:t> del </a:t>
            </a:r>
            <a:r>
              <a:rPr lang="en-150" dirty="0" err="1"/>
              <a:t>grafico</a:t>
            </a:r>
            <a:r>
              <a:rPr lang="en-150" dirty="0"/>
              <a:t>/</a:t>
            </a:r>
            <a:r>
              <a:rPr lang="en-150" dirty="0" err="1"/>
              <a:t>Sovrapp</a:t>
            </a:r>
            <a:r>
              <a:rPr lang="en-150" dirty="0"/>
              <a:t>. </a:t>
            </a:r>
          </a:p>
          <a:p>
            <a:r>
              <a:rPr lang="en-150" dirty="0"/>
              <a:t>1. </a:t>
            </a:r>
            <a:r>
              <a:rPr lang="en-150" dirty="0" err="1"/>
              <a:t>QTabWidget</a:t>
            </a:r>
            <a:r>
              <a:rPr lang="en-150" dirty="0"/>
              <a:t> header </a:t>
            </a:r>
            <a:r>
              <a:rPr lang="en-150" dirty="0" err="1"/>
              <a:t>attaccato</a:t>
            </a:r>
            <a:r>
              <a:rPr lang="en-150" dirty="0"/>
              <a:t> al frame e “doppio frame” </a:t>
            </a:r>
            <a:r>
              <a:rPr lang="en-150" dirty="0" err="1"/>
              <a:t>togli</a:t>
            </a:r>
            <a:r>
              <a:rPr lang="en-150" dirty="0"/>
              <a:t> il frame </a:t>
            </a:r>
            <a:r>
              <a:rPr lang="en-150" dirty="0" err="1"/>
              <a:t>esterno</a:t>
            </a:r>
            <a:endParaRPr lang="en-15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B621A-3415-DFBE-3FC1-08911E736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2" y="2484205"/>
            <a:ext cx="4094922" cy="346272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9899CB-F31C-2A42-220B-E99348B84C43}"/>
              </a:ext>
            </a:extLst>
          </p:cNvPr>
          <p:cNvCxnSpPr>
            <a:cxnSpLocks/>
          </p:cNvCxnSpPr>
          <p:nvPr/>
        </p:nvCxnSpPr>
        <p:spPr>
          <a:xfrm flipH="1">
            <a:off x="1431235" y="3079084"/>
            <a:ext cx="744305" cy="13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D87C498-5D9C-4431-DC15-D01711E49AE5}"/>
              </a:ext>
            </a:extLst>
          </p:cNvPr>
          <p:cNvSpPr/>
          <p:nvPr/>
        </p:nvSpPr>
        <p:spPr>
          <a:xfrm>
            <a:off x="2101016" y="2811858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BAFD9-A06F-7BEA-571C-7A8F91B0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851C38-E10B-4179-1E80-14B05F3BB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18" y="334600"/>
            <a:ext cx="3878079" cy="5514354"/>
          </a:xfrm>
        </p:spPr>
        <p:txBody>
          <a:bodyPr>
            <a:normAutofit fontScale="85000" lnSpcReduction="20000"/>
          </a:bodyPr>
          <a:lstStyle/>
          <a:p>
            <a:r>
              <a:rPr lang="en-150" dirty="0"/>
              <a:t>Finestra Nuovo Grafico</a:t>
            </a:r>
          </a:p>
          <a:p>
            <a:r>
              <a:rPr lang="en-150" dirty="0"/>
              <a:t>1. Splitter: da </a:t>
            </a:r>
            <a:r>
              <a:rPr lang="en-150" dirty="0" err="1"/>
              <a:t>bianchi</a:t>
            </a:r>
            <a:r>
              <a:rPr lang="en-150" dirty="0"/>
              <a:t> a </a:t>
            </a:r>
            <a:r>
              <a:rPr lang="en-150" dirty="0" err="1"/>
              <a:t>grigi</a:t>
            </a:r>
            <a:endParaRPr lang="en-150" dirty="0"/>
          </a:p>
          <a:p>
            <a:r>
              <a:rPr lang="en-150" dirty="0"/>
              <a:t>2. </a:t>
            </a:r>
            <a:r>
              <a:rPr lang="en-150" dirty="0" err="1"/>
              <a:t>Sfondo</a:t>
            </a:r>
            <a:r>
              <a:rPr lang="en-150" dirty="0"/>
              <a:t> grigio</a:t>
            </a:r>
          </a:p>
          <a:p>
            <a:r>
              <a:rPr lang="en-150" dirty="0"/>
              <a:t>3. </a:t>
            </a:r>
            <a:r>
              <a:rPr lang="en-150" dirty="0" err="1"/>
              <a:t>Alcuni</a:t>
            </a:r>
            <a:r>
              <a:rPr lang="en-150" dirty="0"/>
              <a:t> renderer </a:t>
            </a:r>
            <a:r>
              <a:rPr lang="en-150" dirty="0" err="1"/>
              <a:t>richiedono</a:t>
            </a:r>
            <a:r>
              <a:rPr lang="en-150" dirty="0"/>
              <a:t> il </a:t>
            </a:r>
            <a:r>
              <a:rPr lang="en-150" dirty="0" err="1"/>
              <a:t>gruppo</a:t>
            </a:r>
            <a:r>
              <a:rPr lang="en-150" dirty="0"/>
              <a:t> due volte</a:t>
            </a:r>
          </a:p>
          <a:p>
            <a:r>
              <a:rPr lang="en-150" dirty="0"/>
              <a:t>4. Doppia barra di scroll</a:t>
            </a:r>
          </a:p>
          <a:p>
            <a:endParaRPr lang="en-150" dirty="0"/>
          </a:p>
          <a:p>
            <a:r>
              <a:rPr lang="en-150" dirty="0" err="1"/>
              <a:t>Aggiungi</a:t>
            </a:r>
            <a:r>
              <a:rPr lang="en-150" dirty="0"/>
              <a:t> un campo, ad </a:t>
            </a:r>
            <a:r>
              <a:rPr lang="en-150" dirty="0" err="1"/>
              <a:t>esempio</a:t>
            </a:r>
            <a:r>
              <a:rPr lang="en-150" dirty="0"/>
              <a:t> «Gruppo Assi», per </a:t>
            </a:r>
            <a:r>
              <a:rPr lang="en-150" dirty="0" err="1"/>
              <a:t>creare</a:t>
            </a:r>
            <a:r>
              <a:rPr lang="en-150" dirty="0"/>
              <a:t> </a:t>
            </a:r>
            <a:r>
              <a:rPr lang="en-150" dirty="0" err="1"/>
              <a:t>assi</a:t>
            </a:r>
            <a:r>
              <a:rPr lang="en-150" dirty="0"/>
              <a:t> </a:t>
            </a:r>
            <a:r>
              <a:rPr lang="en-150" dirty="0" err="1"/>
              <a:t>distinti</a:t>
            </a:r>
            <a:r>
              <a:rPr lang="en-150" dirty="0"/>
              <a:t>. </a:t>
            </a:r>
            <a:r>
              <a:rPr lang="en-150" dirty="0" err="1"/>
              <a:t>Filtrare</a:t>
            </a:r>
            <a:r>
              <a:rPr lang="en-150" dirty="0"/>
              <a:t> le </a:t>
            </a:r>
            <a:r>
              <a:rPr lang="en-150" dirty="0" err="1"/>
              <a:t>serie</a:t>
            </a:r>
            <a:r>
              <a:rPr lang="en-150" dirty="0"/>
              <a:t> con WHERE </a:t>
            </a:r>
            <a:r>
              <a:rPr lang="en-150" dirty="0" err="1"/>
              <a:t>GruppoAssi</a:t>
            </a:r>
            <a:r>
              <a:rPr lang="en-150" dirty="0"/>
              <a:t>=xxx, </a:t>
            </a:r>
            <a:r>
              <a:rPr lang="en-150" dirty="0" err="1"/>
              <a:t>creando</a:t>
            </a:r>
            <a:r>
              <a:rPr lang="en-150" dirty="0"/>
              <a:t> un asse per </a:t>
            </a:r>
            <a:r>
              <a:rPr lang="en-150" dirty="0" err="1"/>
              <a:t>ciascun</a:t>
            </a:r>
            <a:r>
              <a:rPr lang="en-150" dirty="0"/>
              <a:t> </a:t>
            </a:r>
            <a:r>
              <a:rPr lang="en-150" dirty="0" err="1"/>
              <a:t>valore</a:t>
            </a:r>
            <a:r>
              <a:rPr lang="en-150" dirty="0"/>
              <a:t> </a:t>
            </a:r>
            <a:r>
              <a:rPr lang="en-150" dirty="0" err="1"/>
              <a:t>univoco</a:t>
            </a:r>
            <a:r>
              <a:rPr lang="en-150" dirty="0"/>
              <a:t> di </a:t>
            </a:r>
            <a:r>
              <a:rPr lang="en-150" dirty="0" err="1"/>
              <a:t>GruppoAssi</a:t>
            </a:r>
            <a:r>
              <a:rPr lang="en-150" dirty="0"/>
              <a:t>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D2AA69-5574-250F-C11D-DCA726FD3525}"/>
              </a:ext>
            </a:extLst>
          </p:cNvPr>
          <p:cNvGrpSpPr/>
          <p:nvPr/>
        </p:nvGrpSpPr>
        <p:grpSpPr>
          <a:xfrm>
            <a:off x="4398658" y="1173696"/>
            <a:ext cx="7216765" cy="5349704"/>
            <a:chOff x="676512" y="2593706"/>
            <a:chExt cx="7216765" cy="53497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34DAAB3-2F4C-AA4F-926A-4121F9C80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512" y="2593706"/>
              <a:ext cx="7216765" cy="534970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DC5A312-16BA-A36E-C875-789591E906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4223" y="3072438"/>
              <a:ext cx="744305" cy="137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16FEF72-C4FF-CB5D-1263-E483FDAC3A5C}"/>
                </a:ext>
              </a:extLst>
            </p:cNvPr>
            <p:cNvSpPr/>
            <p:nvPr/>
          </p:nvSpPr>
          <p:spPr>
            <a:xfrm>
              <a:off x="3694004" y="2805212"/>
              <a:ext cx="516367" cy="4087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150" dirty="0"/>
                <a:t>1</a:t>
              </a:r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7D5462E-EA22-8199-4A40-28B8B7664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0590" y="5419436"/>
              <a:ext cx="744305" cy="137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CAAD7A3-4B43-84E0-D99C-50EF7688D0C7}"/>
                </a:ext>
              </a:extLst>
            </p:cNvPr>
            <p:cNvSpPr/>
            <p:nvPr/>
          </p:nvSpPr>
          <p:spPr>
            <a:xfrm>
              <a:off x="4210371" y="5152210"/>
              <a:ext cx="516367" cy="4087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150" dirty="0"/>
                <a:t>2</a:t>
              </a:r>
              <a:endParaRPr lang="en-US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A00A29C-3941-96E7-1C89-42D1D89CD6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6039" y="4579546"/>
              <a:ext cx="744305" cy="137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8B7CE3B-8C0A-25F6-2BF8-1E7A6C637BFB}"/>
                </a:ext>
              </a:extLst>
            </p:cNvPr>
            <p:cNvSpPr/>
            <p:nvPr/>
          </p:nvSpPr>
          <p:spPr>
            <a:xfrm>
              <a:off x="3435820" y="4312320"/>
              <a:ext cx="516367" cy="40879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150" dirty="0"/>
                <a:t>4</a:t>
              </a:r>
              <a:endParaRPr lang="en-US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FDE4BA-BFDC-6C56-F032-BEDC2A8464A6}"/>
              </a:ext>
            </a:extLst>
          </p:cNvPr>
          <p:cNvCxnSpPr>
            <a:cxnSpLocks/>
          </p:cNvCxnSpPr>
          <p:nvPr/>
        </p:nvCxnSpPr>
        <p:spPr>
          <a:xfrm>
            <a:off x="7932517" y="1639644"/>
            <a:ext cx="2878918" cy="319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FCC8E5-7ADE-9BEB-66D4-97930247677B}"/>
              </a:ext>
            </a:extLst>
          </p:cNvPr>
          <p:cNvCxnSpPr>
            <a:cxnSpLocks/>
          </p:cNvCxnSpPr>
          <p:nvPr/>
        </p:nvCxnSpPr>
        <p:spPr>
          <a:xfrm flipH="1">
            <a:off x="7223836" y="5991045"/>
            <a:ext cx="744305" cy="13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782A16A-F38A-C429-0D71-869CAB63FCC8}"/>
              </a:ext>
            </a:extLst>
          </p:cNvPr>
          <p:cNvSpPr/>
          <p:nvPr/>
        </p:nvSpPr>
        <p:spPr>
          <a:xfrm>
            <a:off x="7893617" y="5723819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3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644DA6-2714-D5E4-406F-E02E05172EE5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7223836" y="4403818"/>
            <a:ext cx="927965" cy="1320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471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4B9B-A146-F03B-F5A4-F9B1EC59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850173-773A-B1A8-6E25-0659980B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79" y="2749632"/>
            <a:ext cx="5982218" cy="138696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C034E2-586E-E5D3-E06D-B178ABBA5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18" y="334600"/>
            <a:ext cx="3878079" cy="5514354"/>
          </a:xfrm>
        </p:spPr>
        <p:txBody>
          <a:bodyPr>
            <a:normAutofit lnSpcReduction="10000"/>
          </a:bodyPr>
          <a:lstStyle/>
          <a:p>
            <a:r>
              <a:rPr lang="en-150" dirty="0" err="1"/>
              <a:t>Finestre</a:t>
            </a:r>
            <a:r>
              <a:rPr lang="en-150" dirty="0"/>
              <a:t> Data Operation (</a:t>
            </a:r>
            <a:r>
              <a:rPr lang="en-150" dirty="0" err="1"/>
              <a:t>classe</a:t>
            </a:r>
            <a:r>
              <a:rPr lang="en-150" dirty="0"/>
              <a:t> base)</a:t>
            </a:r>
          </a:p>
          <a:p>
            <a:endParaRPr lang="en-150" dirty="0"/>
          </a:p>
          <a:p>
            <a:r>
              <a:rPr lang="en-150" dirty="0"/>
              <a:t>1. </a:t>
            </a:r>
            <a:r>
              <a:rPr lang="en-150" dirty="0" err="1"/>
              <a:t>QTabWidget</a:t>
            </a:r>
            <a:r>
              <a:rPr lang="en-150" dirty="0"/>
              <a:t> con </a:t>
            </a:r>
            <a:r>
              <a:rPr lang="en-150" dirty="0" err="1"/>
              <a:t>spazio</a:t>
            </a:r>
            <a:r>
              <a:rPr lang="en-150" dirty="0"/>
              <a:t> </a:t>
            </a:r>
            <a:r>
              <a:rPr lang="en-150" dirty="0" err="1"/>
              <a:t>bianco</a:t>
            </a:r>
            <a:r>
              <a:rPr lang="en-150" dirty="0"/>
              <a:t> alla fine</a:t>
            </a:r>
            <a:br>
              <a:rPr lang="en-150" dirty="0"/>
            </a:br>
            <a:r>
              <a:rPr lang="en-150" dirty="0" err="1"/>
              <a:t>Puoi</a:t>
            </a:r>
            <a:r>
              <a:rPr lang="en-150" dirty="0"/>
              <a:t> </a:t>
            </a:r>
            <a:r>
              <a:rPr lang="en-150" dirty="0" err="1"/>
              <a:t>creare</a:t>
            </a:r>
            <a:r>
              <a:rPr lang="en-150" dirty="0"/>
              <a:t> </a:t>
            </a:r>
            <a:r>
              <a:rPr lang="en-150" dirty="0" err="1"/>
              <a:t>invece</a:t>
            </a:r>
            <a:r>
              <a:rPr lang="en-150" dirty="0"/>
              <a:t> un frame con </a:t>
            </a:r>
            <a:r>
              <a:rPr lang="en-US" dirty="0"/>
              <a:t>T</a:t>
            </a:r>
            <a:r>
              <a:rPr lang="en-150" dirty="0" err="1"/>
              <a:t>itolo</a:t>
            </a:r>
            <a:r>
              <a:rPr lang="en-150" dirty="0"/>
              <a:t> “</a:t>
            </a:r>
            <a:r>
              <a:rPr lang="en-150" dirty="0" err="1"/>
              <a:t>Impostazioni</a:t>
            </a:r>
            <a:r>
              <a:rPr lang="en-150" dirty="0"/>
              <a:t>” e </a:t>
            </a:r>
            <a:r>
              <a:rPr lang="en-150" dirty="0" err="1"/>
              <a:t>spostare</a:t>
            </a:r>
            <a:r>
              <a:rPr lang="en-150" dirty="0"/>
              <a:t> </a:t>
            </a:r>
            <a:r>
              <a:rPr lang="en-150" dirty="0" err="1"/>
              <a:t>tutto</a:t>
            </a:r>
            <a:r>
              <a:rPr lang="en-150" dirty="0"/>
              <a:t> </a:t>
            </a:r>
            <a:r>
              <a:rPr lang="en-150" dirty="0" err="1"/>
              <a:t>più</a:t>
            </a:r>
            <a:r>
              <a:rPr lang="en-150" dirty="0"/>
              <a:t> in basso, </a:t>
            </a:r>
            <a:r>
              <a:rPr lang="en-150" dirty="0" err="1"/>
              <a:t>allineato</a:t>
            </a:r>
            <a:r>
              <a:rPr lang="en-150" dirty="0"/>
              <a:t> a </a:t>
            </a:r>
            <a:r>
              <a:rPr lang="en-150" dirty="0" err="1"/>
              <a:t>risultati</a:t>
            </a:r>
            <a:r>
              <a:rPr lang="en-150" dirty="0"/>
              <a:t> </a:t>
            </a:r>
            <a:r>
              <a:rPr lang="en-150" dirty="0" err="1"/>
              <a:t>così</a:t>
            </a:r>
            <a:r>
              <a:rPr lang="en-150" dirty="0"/>
              <a:t> </a:t>
            </a:r>
            <a:r>
              <a:rPr lang="en-150" dirty="0" err="1"/>
              <a:t>l’header</a:t>
            </a:r>
            <a:r>
              <a:rPr lang="en-150" dirty="0"/>
              <a:t> di </a:t>
            </a:r>
            <a:r>
              <a:rPr lang="en-150" dirty="0" err="1"/>
              <a:t>QTabWidget</a:t>
            </a:r>
            <a:r>
              <a:rPr lang="en-150" dirty="0"/>
              <a:t> </a:t>
            </a:r>
            <a:r>
              <a:rPr lang="en-150" dirty="0" err="1"/>
              <a:t>rimane</a:t>
            </a:r>
            <a:r>
              <a:rPr lang="en-150" dirty="0"/>
              <a:t> </a:t>
            </a:r>
            <a:r>
              <a:rPr lang="en-150" dirty="0" err="1"/>
              <a:t>dentro</a:t>
            </a:r>
            <a:r>
              <a:rPr lang="en-150" dirty="0"/>
              <a:t> il frame </a:t>
            </a:r>
            <a:r>
              <a:rPr lang="en-150" dirty="0" err="1"/>
              <a:t>bianco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2D7E66-02DF-FEDC-BC35-8DC683A137EC}"/>
              </a:ext>
            </a:extLst>
          </p:cNvPr>
          <p:cNvSpPr/>
          <p:nvPr/>
        </p:nvSpPr>
        <p:spPr>
          <a:xfrm>
            <a:off x="8624357" y="1381300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18D1A8-DE01-C5BC-4E29-0BF907357C9C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7675418" y="1381300"/>
            <a:ext cx="1207123" cy="155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76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D21B-8DEA-6D2D-326C-B718932CC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FCA4C6-FC12-AE90-24C6-C0AD7B093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357" y="2413195"/>
            <a:ext cx="4229467" cy="306350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2FD26C-2613-B017-B275-ABD2B3B45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18" y="334600"/>
            <a:ext cx="3878079" cy="5514354"/>
          </a:xfrm>
        </p:spPr>
        <p:txBody>
          <a:bodyPr>
            <a:normAutofit/>
          </a:bodyPr>
          <a:lstStyle/>
          <a:p>
            <a:r>
              <a:rPr lang="en-150" dirty="0" err="1"/>
              <a:t>Dialogo</a:t>
            </a:r>
            <a:r>
              <a:rPr lang="en-150" dirty="0"/>
              <a:t> D</a:t>
            </a:r>
            <a:r>
              <a:rPr lang="en-US" dirty="0" err="1"/>
              <a:t>i</a:t>
            </a:r>
            <a:r>
              <a:rPr lang="en-150" dirty="0" err="1"/>
              <a:t>stribuzione</a:t>
            </a:r>
            <a:r>
              <a:rPr lang="en-150" dirty="0"/>
              <a:t> (e Fit y by X....)</a:t>
            </a:r>
          </a:p>
          <a:p>
            <a:r>
              <a:rPr lang="en-150" dirty="0"/>
              <a:t>1. Frame </a:t>
            </a:r>
            <a:r>
              <a:rPr lang="en-150" dirty="0" err="1"/>
              <a:t>squadrato</a:t>
            </a:r>
            <a:r>
              <a:rPr lang="en-150" dirty="0"/>
              <a:t>, </a:t>
            </a:r>
            <a:r>
              <a:rPr lang="en-150" dirty="0" err="1"/>
              <a:t>manca</a:t>
            </a:r>
            <a:r>
              <a:rPr lang="en-150" dirty="0"/>
              <a:t> </a:t>
            </a:r>
            <a:r>
              <a:rPr lang="en-US" dirty="0"/>
              <a:t>T</a:t>
            </a:r>
            <a:r>
              <a:rPr lang="en-150" dirty="0" err="1"/>
              <a:t>itolo</a:t>
            </a:r>
            <a:r>
              <a:rPr lang="en-150" dirty="0"/>
              <a:t> e </a:t>
            </a:r>
            <a:r>
              <a:rPr lang="en-150" dirty="0" err="1"/>
              <a:t>attaccato</a:t>
            </a:r>
            <a:r>
              <a:rPr lang="en-150" dirty="0"/>
              <a:t> al frame </a:t>
            </a:r>
            <a:r>
              <a:rPr lang="en-150" dirty="0" err="1"/>
              <a:t>risultati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B295B8-A8D5-6AB1-6E3A-806F344D5BD2}"/>
              </a:ext>
            </a:extLst>
          </p:cNvPr>
          <p:cNvSpPr/>
          <p:nvPr/>
        </p:nvSpPr>
        <p:spPr>
          <a:xfrm>
            <a:off x="8624357" y="1381300"/>
            <a:ext cx="516367" cy="4087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150" dirty="0"/>
              <a:t>1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70A0B1-831D-B4F5-C256-1EDD79345716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7897090" y="1381300"/>
            <a:ext cx="985451" cy="1251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700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472C5-5DF7-7CBE-4DC2-76BDFFA4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82ED7-74FC-D118-3DA4-B8EF0BE3B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6232bf3-b674-4247-8d78-6d9b50ddd351}" enabled="1" method="Privileged" siteId="{863c9f6b-d187-4fe7-b017-840b982848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Bellandi, Enrico</dc:creator>
  <cp:lastModifiedBy>Bellandi, Enrico</cp:lastModifiedBy>
  <cp:revision>2</cp:revision>
  <dcterms:created xsi:type="dcterms:W3CDTF">2026-10-16T10:15:22Z</dcterms:created>
  <dcterms:modified xsi:type="dcterms:W3CDTF">2026-10-16T10:50:28Z</dcterms:modified>
</cp:coreProperties>
</file>