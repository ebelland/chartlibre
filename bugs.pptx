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7" r:id="rId3"/>
    <p:sldId id="259" r:id="rId4"/>
    <p:sldId id="261" r:id="rId5"/>
    <p:sldId id="256" r:id="rId6"/>
    <p:sldId id="258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C1818-368E-2725-57A9-B8810C8A7E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56C962-CBD4-1ABC-3BA4-88C3226E05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1C32BD-1CD1-8F9B-77F2-AA52FE871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2BDAF-927B-A4A2-0458-5E567C33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AE1EE-4602-B082-CAEB-486754EB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16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E37A0-1B6B-D592-69EB-441ED763B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4F233-B9EF-8B23-AB6E-301F752B2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E7CBE-1210-218C-0EFF-9D66CD91E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A365-B57E-5F5B-ED3B-9A78AA685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40D9C-D3C3-9350-0BD9-F36B5549C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578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4BFB7-743C-14AE-3066-6A77EA4ED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B88C1-C4CA-ADCF-0542-9E16C7BF0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CE789-A748-24B8-3E63-DF58E33A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5CAD5-4BC7-8E52-2903-C4378FFA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4C716-3B0D-FCBF-C4CA-141EF2CD8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69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7482F-550D-8FBA-2567-A2EEB7ABB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458D7-7BB7-8053-C9B5-DD68161ECB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50BED0-99CE-F2C3-48AE-8C452C664C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26CA5D-A65A-BA19-BCAA-2FF555943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4E38A3-8B04-19FE-01EA-3EC4B846C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13DC91-7ED0-FE91-B14B-404CF0403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17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44F09-9BF0-8C40-1C42-886E49513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A0D17-BD72-5BA1-CD5E-F83050010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DDB840-9175-4FD3-CC40-12FE63C7C2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785DFD-E88F-D1F9-9DF7-57CA9904AC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A2E976-0AB4-D33D-E1CD-E82B3E689B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F65028-8953-9A20-5C84-C1E796C45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089F1A-6CCE-1430-40DE-2EC31F7CB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45B148-9AB8-2ABB-21E5-431F72B0F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573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84536-E085-3BD2-DB51-874D51D9E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690E48-08FE-6994-9559-929816802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FE7A2B-8C25-EB04-1596-6FE566993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AC8289-3424-DA73-7329-930336459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691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944BFE-B5D1-66CD-F7D4-2B792EE5D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BAD337-2CAD-947A-A1E1-2DE4EC210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1C732-B6FD-C833-37C1-099B04D7C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278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33127-0F35-B672-DA44-16A30ED5F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99CE8-2433-73E3-8555-8B3773F37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1B5D89-5222-823A-732A-5374170358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7359B-5078-4931-FA9A-98F92BED4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7C6DEB-EACB-7F37-B02B-0A36B4D8A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02D72D-7002-0118-2964-4F26F53E6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613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38C3B-2BA9-2578-9164-771C2130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E78A0F-9F44-5A7A-E9C8-0FF2A5AC3A9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106142-52B7-B3C9-921D-F7DAF96E08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59DD8-5D0C-6D1F-3F00-A0CBE4E0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90EEDC-AC95-A63A-8CDE-C3873722F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F347D9-6621-CD3F-EA5C-03DA20E99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68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F2800-C044-58DA-593D-81B5E15E2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1924C0-F10D-BAF5-EEE3-9311A18E8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8E311-2781-58EA-006D-656DD3C4C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2479F-6CF4-B4DB-D499-EFBF7EA2C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7D7E6-9BAF-F4AE-8E66-F9E7B2EF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060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400A2B-807E-2362-5B8F-0F39412742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DF6505-D035-2FD3-2390-F1DCB9E96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BA281-3FF7-64BA-4D08-70B8B8AB4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9128D-1339-1E0B-B626-2A8E6657B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292BB-2DA3-3AFF-674B-2665FFD05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0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44CD24-55BD-BE2C-DDA0-C626D271E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B0E1D5-75C5-1849-707D-CE763F865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177DC5-2867-8580-94C2-D2979FCC07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3338E-F2B1-FBBB-01C6-01FFB27739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8A106-9568-6DD1-8DE7-2B4873E603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708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254BAA-F4EF-1C4E-325B-49C2A06B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Generic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8A42FA-9B42-5EA4-6D80-59256E7C8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150" dirty="0"/>
              <a:t>P-01: Table Preview. Info. Arrows on top to move to another column</a:t>
            </a:r>
          </a:p>
          <a:p>
            <a:endParaRPr lang="en-150" dirty="0"/>
          </a:p>
          <a:p>
            <a:r>
              <a:rPr lang="en-150" dirty="0"/>
              <a:t>P-02: Helper class to create Plugins does </a:t>
            </a:r>
            <a:r>
              <a:rPr lang="en-150" dirty="0" err="1"/>
              <a:t>ot</a:t>
            </a:r>
            <a:r>
              <a:rPr lang="en-150" dirty="0"/>
              <a:t> have the graphics pane</a:t>
            </a:r>
            <a:br>
              <a:rPr lang="en-150" dirty="0"/>
            </a:br>
            <a:br>
              <a:rPr lang="en-150" dirty="0"/>
            </a:br>
            <a:r>
              <a:rPr lang="en-150" dirty="0"/>
              <a:t>P-03: Merge Table and Data operations into Data Operations and Plugin Data/table operations</a:t>
            </a:r>
          </a:p>
          <a:p>
            <a:endParaRPr lang="en-150" dirty="0"/>
          </a:p>
          <a:p>
            <a:r>
              <a:rPr lang="en-150" dirty="0"/>
              <a:t>P-04: Functions. No function has a </a:t>
            </a:r>
            <a:r>
              <a:rPr lang="en-150"/>
              <a:t>Docs section</a:t>
            </a:r>
            <a:br>
              <a:rPr lang="en-150"/>
            </a:br>
            <a:br>
              <a:rPr lang="en-15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330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AD7CA-5D51-7CBD-8FA8-DB53FB1F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Analysis Platform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4E48D-333E-EB64-984F-FC72A867CA6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1ADB17-3AEB-AE5C-6C69-97BB49E69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If “From Figure”: ONLY the current figure.</a:t>
            </a:r>
          </a:p>
          <a:p>
            <a:r>
              <a:rPr lang="en-150" dirty="0"/>
              <a:t>If “From Table”: Graph</a:t>
            </a:r>
            <a:r>
              <a:rPr lang="en-150" dirty="0">
                <a:sym typeface="Wingdings" panose="05000000000000000000" pitchFamily="2" charset="2"/>
              </a:rPr>
              <a:t> New Figure</a:t>
            </a:r>
            <a:br>
              <a:rPr lang="en-150" dirty="0">
                <a:sym typeface="Wingdings" panose="05000000000000000000" pitchFamily="2" charset="2"/>
              </a:rPr>
            </a:br>
            <a:br>
              <a:rPr lang="en-150" dirty="0">
                <a:sym typeface="Wingdings" panose="05000000000000000000" pitchFamily="2" charset="2"/>
              </a:rPr>
            </a:br>
            <a:r>
              <a:rPr lang="en-150" dirty="0">
                <a:sym typeface="Wingdings" panose="05000000000000000000" pitchFamily="2" charset="2"/>
              </a:rPr>
              <a:t>Always select Data Panel when Open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238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30A18-A5E5-A03F-BE65-4DEA38138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Base Class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A2100-18F3-45C0-2EF6-EB5A94D9435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5A7DFB-CBEF-44F6-102F-161646FF441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New Figure </a:t>
            </a:r>
            <a:r>
              <a:rPr lang="en-150" dirty="0">
                <a:sym typeface="Wingdings" panose="05000000000000000000" pitchFamily="2" charset="2"/>
              </a:rPr>
              <a:t> FOREIGN KEY constraint error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C1F5E5-9632-EAC9-E3E5-8B0075649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88" y="1381774"/>
            <a:ext cx="6073666" cy="1928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996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D4208-A116-37F5-A062-A4A621541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496E-D805-DF1A-7659-22EFFCF6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Peaks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C8E07D-D5FB-A263-78C8-EF7CB7A954F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45E29-5647-8D82-D633-83EB111C2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3D functions:</a:t>
            </a:r>
            <a:br>
              <a:rPr lang="en-150" dirty="0"/>
            </a:br>
            <a:r>
              <a:rPr lang="en-150" dirty="0"/>
              <a:t>Doe not work well. </a:t>
            </a:r>
            <a:br>
              <a:rPr lang="en-150" dirty="0"/>
            </a:br>
            <a:br>
              <a:rPr lang="en-150" dirty="0"/>
            </a:br>
            <a:r>
              <a:rPr lang="en-150" dirty="0"/>
              <a:t>Guess parameters basing on limits </a:t>
            </a:r>
            <a:br>
              <a:rPr lang="en-150" dirty="0"/>
            </a:br>
            <a:br>
              <a:rPr lang="en-150" dirty="0"/>
            </a:br>
            <a:r>
              <a:rPr lang="en-150" dirty="0"/>
              <a:t>Mark peak a  point in the 3D space</a:t>
            </a:r>
            <a:br>
              <a:rPr lang="en-150" dirty="0"/>
            </a:br>
            <a:br>
              <a:rPr lang="en-150" dirty="0"/>
            </a:br>
            <a:r>
              <a:rPr lang="en-150" dirty="0"/>
              <a:t>Graphics: If from chart: cur</a:t>
            </a:r>
            <a:r>
              <a:rPr lang="en-US" dirty="0"/>
              <a:t>re</a:t>
            </a:r>
            <a:r>
              <a:rPr lang="en-150" dirty="0" err="1"/>
              <a:t>nt</a:t>
            </a:r>
            <a:r>
              <a:rPr lang="en-150" dirty="0"/>
              <a:t> axis</a:t>
            </a:r>
            <a:br>
              <a:rPr lang="en-150" dirty="0"/>
            </a:br>
            <a:r>
              <a:rPr lang="en-150" dirty="0"/>
              <a:t>	If from data table: new figure</a:t>
            </a:r>
          </a:p>
          <a:p>
            <a:r>
              <a:rPr lang="en-150" dirty="0"/>
              <a:t>	with Contour or Wireframe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2A4D82-0B3C-0932-6DE4-7D82DD849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4365" y="548639"/>
            <a:ext cx="6931112" cy="265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580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7C17A88-ABEC-31DE-6146-F13C519E4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Fit Model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BB9DF07-212B-24AC-CC8A-EC2BE5727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b="1" i="0" dirty="0">
                <a:solidFill>
                  <a:schemeClr val="tx1"/>
                </a:solidFill>
                <a:effectLst/>
                <a:latin typeface="+mn-lt"/>
              </a:rPr>
              <a:t>Nothing was drawn.</a:t>
            </a:r>
            <a:endParaRPr lang="en-US" b="0" i="0" dirty="0">
              <a:solidFill>
                <a:schemeClr val="tx1"/>
              </a:solidFill>
              <a:effectLst/>
              <a:latin typeface="+mn-lt"/>
            </a:endParaRPr>
          </a:p>
          <a:p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FOREIGN KEY constraint failed</a:t>
            </a: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br>
              <a:rPr lang="en-150" dirty="0"/>
            </a:br>
            <a:r>
              <a:rPr lang="en-150" dirty="0"/>
              <a:t>Extra charts not drawn.</a:t>
            </a:r>
          </a:p>
          <a:p>
            <a:endParaRPr lang="en-150" dirty="0"/>
          </a:p>
          <a:p>
            <a:r>
              <a:rPr lang="en-150" dirty="0"/>
              <a:t>New Figure/Axis Same axis not showing</a:t>
            </a:r>
            <a:endParaRPr lang="en-US" dirty="0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B42BEEA6-9349-CF7B-76A7-EB5A905A644E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0066" r="10066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214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3F8F9-41D6-E66B-723A-EC224FC44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Fit Y by X	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76A4C5-03F8-ABA5-65ED-68322955C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Only box blot drawn</a:t>
            </a:r>
          </a:p>
          <a:p>
            <a:r>
              <a:rPr lang="en-150" dirty="0"/>
              <a:t>Disable options if not feasible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1A0B66C-35E5-1F55-B69E-406845637731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E100D0-340C-99E8-3BAB-65F43A645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348" y="3657600"/>
            <a:ext cx="8580864" cy="260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3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BCF8F-926C-7E87-131A-B16A684F1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Spectral Analysis	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CF2B7F-B4AC-03D9-1B23-3AFAA12114D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B306FB-1F98-A2F4-D6B0-CE338F27FCE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New Figure/Current figure switch (if From Graphics)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0793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91B4B-51CD-B4D5-8D35-8348EAB80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Outliers</a:t>
            </a:r>
            <a:endParaRPr lang="en-US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391A3FE-51EF-C031-4B35-4950D4EFB4B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9403" r="19403"/>
          <a:stretch/>
        </p:blipFill>
        <p:spPr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75670-6F13-020F-DF64-E547676C6A9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From Table: allow choosing what kind of chart (scatter, boxplot, distributions)</a:t>
            </a:r>
            <a:br>
              <a:rPr lang="en-150" dirty="0"/>
            </a:br>
            <a:br>
              <a:rPr lang="en-150" dirty="0"/>
            </a:br>
            <a:r>
              <a:rPr lang="en-150" dirty="0"/>
              <a:t>If boxplot: Coloured does not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8056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6232bf3-b674-4247-8d78-6d9b50ddd351}" enabled="1" method="Privileged" siteId="{863c9f6b-d187-4fe7-b017-840b982848a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228</Words>
  <Application>Microsoft Office PowerPoint</Application>
  <PresentationFormat>Widescreen</PresentationFormat>
  <Paragraphs>27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Wingdings</vt:lpstr>
      <vt:lpstr>Office Theme</vt:lpstr>
      <vt:lpstr>Generic</vt:lpstr>
      <vt:lpstr>Analysis Platform</vt:lpstr>
      <vt:lpstr>Base Class</vt:lpstr>
      <vt:lpstr>Peaks</vt:lpstr>
      <vt:lpstr>Fit Model</vt:lpstr>
      <vt:lpstr>Fit Y by X </vt:lpstr>
      <vt:lpstr>Spectral Analysis </vt:lpstr>
      <vt:lpstr>Outliers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Bellandi, Enrico</dc:creator>
  <cp:lastModifiedBy>Bellandi, Enrico</cp:lastModifiedBy>
  <cp:revision>2</cp:revision>
  <dcterms:created xsi:type="dcterms:W3CDTF">2026-10-26T09:07:51Z</dcterms:created>
  <dcterms:modified xsi:type="dcterms:W3CDTF">2026-10-26T15:52:44Z</dcterms:modified>
</cp:coreProperties>
</file>